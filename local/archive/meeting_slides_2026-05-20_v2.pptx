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D90FE"/>
                </a:solidFill>
                <a:latin typeface="Calibri"/>
              </a:rPr>
              <a:t>Drone-Bombard-Simulation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권장값 적용 + 검증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BDCBE8"/>
                </a:solidFill>
                <a:latin typeface="Calibri"/>
              </a:rPr>
              <a:t>본 학습 진입 승인 + Drop sparse signal 후속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발표자  ·  junsang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DCBE8"/>
                </a:solidFill>
                <a:latin typeface="Calibri"/>
              </a:rPr>
              <a:t>2026-05-20  ·  약 15분  ·  v2 (검증 후 갱신)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이번 갱신: 권장값 검증 완료 데이터 + N1 신규 안건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554480" cy="59436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3075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한 일 — 카메라/PX4/SAC 5k smoke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645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약 3분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1554480" cy="59436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Part 1+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677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권장값 적용 + 10k smoke 검증 결과 (NEW)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606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약 3분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554480" cy="59436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278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남은 의사결정 — M3, L7, N1 (NEW)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566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약 7분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60520"/>
            <a:ext cx="1554480" cy="59436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1879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본 학습 승인 +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5262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약 2분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40680"/>
            <a:ext cx="10728655" cy="10058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핵심 메시지 (갱신본)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103628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권장값 적용 후 10k smoke 에서 ep_rew_mean 단조 개선 + drop 정밀도 38% 향상 확인.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본 학습 1M 진입 OK 받기 + drop sparse signal (N1) 후속 방향만 결정.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D90F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내가 한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DCBE8"/>
                </a:solidFill>
                <a:latin typeface="Calibri"/>
              </a:rPr>
              <a:t>카메라 복구 → PX4 디버그 → SAC 5k smoke → 권장값 적용 → 10k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 카메라 파이프라인 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Sensors 플러그인 누락 → world 분리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2377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03D3D"/>
                </a:solidFill>
                <a:latin typeface="Calibri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World SDF 에 gz::sim::systems::Sensors 누락 (의도적, RL 안정성)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모델엔 카메라 센서 있지만 렌더 엔진 없어 프레임 안 생성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Gazebo 토픽만 뜨고 데이터 안 흐름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00" cy="23774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해결 — World 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x_marker_world.sdf  →  RL 전용 (유지)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x_marker_world_vision.sdf  →  신규 (Sensors+ogre2)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&lt;world name=&gt; 동일 유지 (PX4_GZ_WORLD 호환)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launch 파일 3군데 path 수정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[선택] World 분리 vs in-place 토글  →  분리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49240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✓ target found 동작 / payload 분리 성공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✓ vision 미션과 RL 학습이 같은 인프라에서 분기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 PX4 SITL airframe 누락 — 진단 &amp;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Silent failure → stderr 캡처로 원인 파악 → B 옵션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증상 → 진단 → 원인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학습 켜면 90초 후 "Timed out waiting for PX4 readiness" 만 뱉고 죽음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PX4 stderr 가 /dev/null → silent fail.  임시로 /tmp/px4.log 캡처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발견:  ERROR [init] Unknown model gz_x500_bombard_r0 (not found in rootfs)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PX4 airframe 2단계 구조:  ROMFS(소스) 에는 r0~r3 있음 / rootfs(런타임) 에는 base 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 비교 + 선택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11277295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PX4 풀 재빌드 (make px4_sitl_default)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675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15~20분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6758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영구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11277295" cy="502920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06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ROMFS → rootfs 로 4016~4019 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2452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즉시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2245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컨테이너 라이프타임 (선택)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11277295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54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drone_drop_env.py 를 base 모델만 쓰도록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731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즉시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773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멀티 인스턴스 불가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[선택] B 진행 (빠른 검증).  컨테이너 재생성 시 A 로 영구화 — L7 안건.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 SAC 5k Smoke (초기) — 인프라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권장값 적용 전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total_timesteps : 5,000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use_vision      : false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device          : cuda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gamma 0.99 / buffer 100k / grad_steps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05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3716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episodes              : 12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ep_rew_mean (마지막)  : -874 → -936 → -860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drop_count            : 1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drop_error_actual_m   : 23.95 m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safety_violation_rate : 1.0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ent_coef (종료)        : 0.376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11277295" cy="2011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3D3D"/>
                </a:solidFill>
                <a:latin typeface="Calibri"/>
              </a:rPr>
              <a:t>발견 (회의 자료 v1 의 12개 안건 도출)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ep_rew_mean 평탄/악화 — 학습 신호 약함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drop_count = 1 — drop signal sparse (이후 두 번 더 확인됨)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safety_violation_rate = 1.0 — 초반 탐색 과다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terminal reward (jackpot +100, instability -50) vs step reward (~±0.5) 격차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 권장값 적용 — H1/H2/H3/M1/M2 (NEW)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10k smoke 검증 전 모든 권장값 일괄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FF9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 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1887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Reward Scale 축소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20700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w_drop_base 50→20  ·  jackpot 100→30  ·  instability 50→15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11277295" cy="5029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 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Drop Action 제거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75564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action_space Box(5,) → Box(4,).  CCIP auto-drop 만 활성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11277295" cy="5029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860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 H3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2860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Gamma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30428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0.99 → 0.995  (effective horizon ~100 → ~200)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97480"/>
            <a:ext cx="11277295" cy="5029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346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 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834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Replay Buffer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85292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100,000 → 500,000  (catastrophic forgetting 방지)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46120"/>
            <a:ext cx="11277295" cy="5029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832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 M2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383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gradient_steps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40156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1 → 4  (off-policy sample reuse)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94760"/>
            <a:ext cx="11277295" cy="5029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31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 L4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931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Observation Clip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95020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이미 적용되어 있었음 (np.clip(0,1) on obs[15], obs[16])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43400"/>
            <a:ext cx="11277295" cy="5029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4805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 L6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480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EvalCallback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49884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BestModelCallback 이 부분 역할.  sim cost 2배 우려로 별도 env 추가는 보류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12080"/>
            <a:ext cx="11277295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백업 : /home/juns/backup_2026-05-20_drone-bombard/  (77MB) — 되돌리기 가능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5.  10k Smoke — 학습 곡선 (NEW)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권장값 효과: ep_rew_mean 단조 개선 / critic 안정 / actor 가속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FF9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1704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ep_rew_mean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170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Δrew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1704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critic_loss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1704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actor_loss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184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618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-1,340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6184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618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11.4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6184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-21.9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38528"/>
            <a:ext cx="1127729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025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4,000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0025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-823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0025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  <a:latin typeface="Consolas"/>
              </a:rPr>
              <a:t>+517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0025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49.1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0025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-17.2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22576"/>
            <a:ext cx="11277295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8658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5,540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23865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-686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238658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  <a:latin typeface="Consolas"/>
              </a:rPr>
              <a:t>+137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23865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38.1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3865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-22.6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706624"/>
            <a:ext cx="1127729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7706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7,381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27706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-607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27706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  <a:latin typeface="Consolas"/>
              </a:rPr>
              <a:t>+79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27706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41.6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7706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-67.1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90672"/>
            <a:ext cx="11277295" cy="3657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154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9,133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3154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-511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31546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E7D32"/>
                </a:solidFill>
                <a:latin typeface="Consolas"/>
              </a:rPr>
              <a:t>+96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154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32.9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154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-82.3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474720"/>
            <a:ext cx="1127729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53872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10,000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35387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완주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35387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35387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3538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7548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추세 평가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120640"/>
            <a:ext cx="112772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✅ ep_rew_mean : -1,340 → -511 (Δ+829, 단조 개선) — 이전 5k smoke 는 같은 step 수에서 -874→-936 평탄/악화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✅ critic_loss : 11.4 → 49.1 → 32.9 — 일시적 폭주 후 안정화. M2 (gradient_steps=4) 안전성 확인.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△ actor_loss   : -21.9 → -82.3 깊어졌지만 가속률 감소 (Δ-44 → Δ-15) → 곧 수렴 신호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ent_coef : 0.174~0.221 (5k smoke 종료 0.376보다 더 결정론적) / n_updates : 32,528 (5k 의 7.2배)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6.  10k Smoke — 환경 측 지표 비교 (NEW)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Drop 정밀도 38% 향상 — 가장 강한 데이터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FF9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지표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1704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이전 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704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이번 10k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17043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평가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11277295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7335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drop_error_actual_m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733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23.95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733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14.87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733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onsolas"/>
              </a:rPr>
              <a:t>✅ 38%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29968"/>
            <a:ext cx="112772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48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safety_violation_rate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148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488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onsolas"/>
              </a:rPr>
              <a:t>✅ 좋음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05456"/>
            <a:ext cx="11277295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243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drop_count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62432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2432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6243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3D3D"/>
                </a:solidFill>
                <a:latin typeface="Consolas"/>
              </a:rPr>
              <a:t>⚠ 여전히 sparse → N1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80944"/>
            <a:ext cx="112772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09981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mean_rew_drop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09981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9981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09981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3D3D"/>
                </a:solidFill>
                <a:latin typeface="Consolas"/>
              </a:rPr>
              <a:t>⚠ drop 보상 묻힘 → N1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56432"/>
            <a:ext cx="11277295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57530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ep_rew_mean (마지막)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5753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-860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753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-511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57530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onsolas"/>
              </a:rPr>
              <a:t>✅ +349 개선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05079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ent_coef (종료)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0507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0.376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0507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onsolas"/>
              </a:rPr>
              <a:t>0.221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0507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onsolas"/>
              </a:rPr>
              <a:t>✅ 더 결정론적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486400"/>
            <a:ext cx="11277295" cy="8229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핵심 발견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H2 가 "한 번의 drop 정확도" 는 크게 끌어올렸지만, drop 자체가 한 번뿐인 sparse 문제는 남음 → 새 안건 N1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 마무리 — 결정 기록 &amp; 적용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선택 사항 6개 + 권장값 5개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World 분리 vs in-place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097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분리 선택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use_vision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554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A 선택 (false)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Training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11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C 선택 (notes 없이)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Git 인증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one-shot flag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PX4 airframe rootfs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926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B 선택 (cp)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83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Smoke 끝까지 vs 중간 원복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383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끝까지 두기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0058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097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권장값 적용 시점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097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회의 전 일괄 (NEW)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4630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554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smoke 길이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1554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10,000 step (NEW)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9202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Wandb 모드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011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Offline + Incremental Sync (NEW)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774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L6 EvalCallback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현 상태 유지 + 주석 보강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8346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926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H2 action[4]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926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제거 — 4-d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91840"/>
            <a:ext cx="548640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383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L7 PX4 영구화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3383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Calibri"/>
              </a:rPr>
              <a:t>→ 나중에 — M3 후 결정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0233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정리 작업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389120"/>
            <a:ext cx="112772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임시 patch (PX4 stderr) 원복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/tmp/px4.log 1.3 GB 삭제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백업 폴더 생성 (/home/juns/backup_2026-05-20_drone-bombard/)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incremental sync 스크립트 가동 (10분 주기)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✓ 회의자료 v2 갱신 (slides + notes)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D90F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남은 의사결정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DCBE8"/>
                </a:solidFill>
                <a:latin typeface="Calibri"/>
              </a:rPr>
              <a:t>H1~M2 (적용 완료) + 본 학습 결정 (M3 / L7) + 신규 안건 (N1)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2 — 의사결정 status 한 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✅ 적용 완료 + ❓ 결정 필요 + ⚠ 신규 안건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828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7043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704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Reward Scale 평탄화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1704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2E7D32"/>
                </a:solidFill>
                <a:latin typeface="Calibri"/>
              </a:rPr>
              <a:t>검증됨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72768"/>
            <a:ext cx="1828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6459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645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Drop Action 제거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6459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2E7D32"/>
                </a:solidFill>
                <a:latin typeface="Calibri"/>
              </a:rPr>
              <a:t>검증됨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48256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048256"/>
            <a:ext cx="1828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12140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1214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12140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Gamma 0.995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214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2E7D32"/>
                </a:solidFill>
                <a:latin typeface="Calibri"/>
              </a:rPr>
              <a:t>검증됨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23744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523744"/>
            <a:ext cx="1828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59689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259689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M1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25968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Buffer Size 500k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5968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2E7D32"/>
                </a:solidFill>
                <a:latin typeface="Calibri"/>
              </a:rPr>
              <a:t>적용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999232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999232"/>
            <a:ext cx="1828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07238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07238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M2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07238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gradient_steps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07238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2E7D32"/>
                </a:solidFill>
                <a:latin typeface="Calibri"/>
              </a:rPr>
              <a:t>검증됨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74720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474720"/>
            <a:ext cx="182880" cy="411480"/>
          </a:xfrm>
          <a:prstGeom prst="rect">
            <a:avLst/>
          </a:prstGeom>
          <a:solidFill>
            <a:srgbClr val="E09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54787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9F3D"/>
                </a:solidFill>
                <a:latin typeface="Calibri"/>
              </a:rPr>
              <a:t>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354787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M3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35478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total_timesteps (본 학습 길이)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35478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E09F3D"/>
                </a:solidFill>
                <a:latin typeface="Calibri"/>
              </a:rPr>
              <a:t>결정 필요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1097280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1097280"/>
            <a:ext cx="1828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117043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117043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80" y="11704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Observation Clip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11704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2E7D32"/>
                </a:solidFill>
                <a:latin typeface="Calibri"/>
              </a:rPr>
              <a:t>이미 적용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1572768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1572768"/>
            <a:ext cx="18288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164592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16459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1645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EvalCallback (현 상태 유지)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78440" y="16459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2E7D32"/>
                </a:solidFill>
                <a:latin typeface="Calibri"/>
              </a:rPr>
              <a:t>유지 결정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2048256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5080" y="2048256"/>
            <a:ext cx="18288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212140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  <a:latin typeface="Calibri"/>
              </a:rPr>
              <a:t>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21214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212140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PX4 airframe 영구화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78440" y="21214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4CAF50"/>
                </a:solidFill>
                <a:latin typeface="Calibri"/>
              </a:rPr>
              <a:t>시점 결정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2523744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55080" y="2523744"/>
            <a:ext cx="182880" cy="411480"/>
          </a:xfrm>
          <a:prstGeom prst="rect">
            <a:avLst/>
          </a:prstGeom>
          <a:solidFill>
            <a:srgbClr val="FF9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29400" y="259689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9F40"/>
                </a:solidFill>
                <a:latin typeface="Calibri"/>
              </a:rPr>
              <a:t>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259689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N1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6680" y="25968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Drop Sparse Signal (신규)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78440" y="25968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FF9F40"/>
                </a:solidFill>
                <a:latin typeface="Calibri"/>
              </a:rPr>
              <a:t>후속 옵션 결정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55080" y="2999232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55080" y="2999232"/>
            <a:ext cx="182880" cy="41148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307238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66666"/>
                </a:solidFill>
                <a:latin typeface="Calibr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307238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26680" y="307238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yaw_scale (보류)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78440" y="307238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본 학습 후 재검토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3474720"/>
            <a:ext cx="5394960" cy="411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55080" y="3474720"/>
            <a:ext cx="182880" cy="41148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29400" y="354787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66666"/>
                </a:solidFill>
                <a:latin typeface="Calibr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32320" y="354787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26680" y="35478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num_envs (1 유지)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78440" y="35478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결정 유지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M3.  total_timesteps  —  본 학습 길이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권장값 검증 끝났으니 본 학습 진입 — 어느 길이로?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E09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🟡 결정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현황 (10k smoke 기준 시간 추정)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10k smoke 결과 fps ≈ 25~28 (gradient_steps=4 효과로 5k smoke 의 37 보다 느려짐)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ep_rew_mean -1,340 → -511 단조 개선.  본 학습 더 길게 가면 +0 영역 진입 추세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drop_count 는 자연히 늘어날지 여부 (N1 의 D 옵션) 도 본 학습 길이로 검증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 (시간은 fps=25 기준)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D90FE"/>
                </a:solidFill>
                <a:latin typeface="Calibri"/>
              </a:rPr>
              <a:t>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156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약 2.2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401568"/>
            <a:ext cx="7162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초기 정책 형태 확인 + N1 가설 1차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D90FE"/>
                </a:solidFill>
                <a:latin typeface="Calibri"/>
              </a:rPr>
              <a:t>500k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9592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약 5.5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95928"/>
            <a:ext cx="7162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수렴 추세 보기엔 충분. 반나절 학습.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D90FE"/>
                </a:solidFill>
                <a:latin typeface="Calibri"/>
              </a:rPr>
              <a:t>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5902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약 11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90288"/>
            <a:ext cx="7162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표준 본 학습 길이. 야간 1회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663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D90FE"/>
                </a:solidFill>
                <a:latin typeface="Calibri"/>
              </a:rPr>
              <a:t>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18464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약 22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7162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충분히 수렴. 주말 학습.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결정 :    ☐ 200k     ☐ 500k     ☐ 1M     ☐ 2M     ☐ 그 외 (_______)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L7.  PX4 airframe rootfs 영구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의사결정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🟢 시점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문제 /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463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현재 ROMFS → rootfs cp (B 옵션) — 컨테이너 라이프타임만 유효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docker rm 또는 PX4 폴더 make clean 시 r0~r3 다시 사라짐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매번 수동 cp 필요 (가이드 txt 에는 적혀 있음)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본 학습 시작 전후 어느 시점에 영구화 할지 정하면 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11277295" cy="5943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301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38728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지금 make px4_sitl_default 돌림 (15~20분 — 본 학습 진입 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36301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33088"/>
            <a:ext cx="11277295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8853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97096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Dockerfile / entrypoint 에 cp 단계 추가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91456"/>
            <a:ext cx="11277295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469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855464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본 학습 끝난 후 수동 cp 그대로 (가이드 문서 의존)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95544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86984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결정 :    ☐ A  ☐ B  ☐ C    ☐ 현재 유지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98464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참고  ·  본 학습 진입 전 15~20분 들여 영구화하는 게 가장 자연스러움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9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N1.  Drop Sparse Signal  (NEW 안건)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10k smoke 검증 중 새로 부각된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228600"/>
            <a:ext cx="1280160" cy="365760"/>
          </a:xfrm>
          <a:prstGeom prst="rect">
            <a:avLst/>
          </a:prstGeom>
          <a:solidFill>
            <a:srgbClr val="FF9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265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03D3D"/>
                </a:solidFill>
                <a:latin typeface="Calibri"/>
              </a:rPr>
              <a:t>발견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295" cy="13716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1153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10k smoke 와 이전 5k smoke 모두 drop_count = 1, mean_rew_drop = 0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H2 (action[4] 제거) 는 "한 번 drop 의 정확도" 만 끌어올림 (23.95→14.87m)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Drop 자체가 한 번뿐인 sparse 문제는 그대로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 원인 : 학습 초반 d_impact 평균 122m → CCIP threshold (2m) 못 닿음 → drop 안 발생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후속 옵션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11277295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64992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Curriculum threshold — auto_drop 0~50k 동안 10m → 50k~ 부터 2m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11277295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136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13632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d_impact reward 강화 — w_impact 2→5,  k_impact 0.05→0.1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11277295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6227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62272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Terminal reward 시간적 분할 — 구현 복잡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11277295" cy="5029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109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10912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본 학습 1M 그대로 — drop_count 자연 증가 관찰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50109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2E7D32"/>
                </a:solidFill>
                <a:latin typeface="Calibri"/>
              </a:rPr>
              <a:t>✓ 권장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772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결정 :    ☐ A     ☐ B     ☐ C     ☐ D 권장     ☐ 그 외 (_______)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회의 흐름 제안 (v2)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CBE8"/>
                </a:solidFill>
                <a:latin typeface="Calibri"/>
              </a:rPr>
              <a:t>발표 6분 + 의사결정 8분 + 마무리 1분 — 약 15분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0700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Part 1 — 카메라 / PX4 / 5k smoke (3분)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5564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Part 1+ — 권장값 적용 + 10k smoke 검증 결과 (3분, NEW)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0428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Part 2 overview — 적용 완료 ✅ 다섯 항목 빠르게 (1분)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5292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🟡 M3 total_timesteps — 본 학습 길이 (2분)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0156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🟢 L7 PX4 영구화 — 시점 (1분)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95020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⚠ N1 Drop Sparse Signal — 후속 옵션 (3분, NEW)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805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13:00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9884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마무리 — 본 학습 진입 승인 + N1 합의 (1분)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1097280" cy="457200"/>
          </a:xfrm>
          <a:prstGeom prst="rect">
            <a:avLst/>
          </a:prstGeom>
          <a:solidFill>
            <a:srgbClr val="4D9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14:00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04748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Q&amp;A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D90FE"/>
                </a:solidFill>
                <a:latin typeface="Calibri"/>
              </a:rP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핵심 메시지 (v2)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999713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권장값 (H1+H2+H3+M1+M2) 적용 후 10k smoke 검증 완료.</a:t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ep_rew_mean 단조 개선 (-1,340 → -511)</a:t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drop 정밀도 38% 향상 (23.95m → 14.87m)</a:t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본 학습 1M 진입 OK + N1 (drop sparse) 후속만 결정.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90FE"/>
                </a:solidFill>
                <a:latin typeface="Calibri"/>
              </a:rPr>
              <a:t>결정 후 즉시 진행할 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865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DCBE8"/>
                </a:solidFill>
                <a:latin typeface="Calibri"/>
              </a:rPr>
              <a:t>1.  hyperparams.yaml total_timesteps M3 값으로 갱신 (src+install 동기화)</a:t>
            </a:r>
          </a:p>
          <a:p>
            <a:pPr algn="l"/>
            <a:r>
              <a:rPr sz="1300" b="0">
                <a:solidFill>
                  <a:srgbClr val="BDCBE8"/>
                </a:solidFill>
                <a:latin typeface="Calibri"/>
              </a:rPr>
              <a:t>2.  N1 결정에 따라 추가 hyperparams 조정 (A/B 선택 시)</a:t>
            </a:r>
          </a:p>
          <a:p>
            <a:pPr algn="l"/>
            <a:r>
              <a:rPr sz="1300" b="0">
                <a:solidFill>
                  <a:srgbClr val="BDCBE8"/>
                </a:solidFill>
                <a:latin typeface="Calibri"/>
              </a:rPr>
              <a:t>3.  tmux 세션 안에서 본 학습 시작 (drone_sim_tmux_training_guide.txt 참조)</a:t>
            </a:r>
          </a:p>
          <a:p>
            <a:pPr algn="l"/>
            <a:r>
              <a:rPr sz="1300" b="0">
                <a:solidFill>
                  <a:srgbClr val="BDCBE8"/>
                </a:solidFill>
                <a:latin typeface="Calibri"/>
              </a:rPr>
              <a:t>4.  WandB Incremental Sync 그대로 가동 (10분 주기)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감사합니다.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Drone-Bombard  ·  2026-05-20  ·  junsang  ·  v2 (검증 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