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73152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D90FE"/>
                </a:solidFill>
                <a:latin typeface="Calibri"/>
              </a:rPr>
              <a:t>Drone-Bombard-Simulation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작업 보고 + 의사결정 요청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BDCBE8"/>
                </a:solidFill>
                <a:latin typeface="Calibri"/>
              </a:rPr>
              <a:t>Smoke 학습 완주 — 본 학습 진입 전 결정사항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발표자  ·  junsang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DCBE8"/>
                </a:solidFill>
                <a:latin typeface="Calibri"/>
              </a:rPr>
              <a:t>2026-05-20  ·  약 15분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오늘 다룰 내용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463040" cy="64008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4475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417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한 일 — 카메라 복구 / PX4 디버그 / SAC 5k smoke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783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약 3분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1463040" cy="64008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4203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Part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514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의사결정 — 본 학습 진입 전 결정사항 12개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8803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약 10분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66160"/>
            <a:ext cx="1463040" cy="64008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3931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Part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611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핵심 메시지 &amp; 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977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약 2분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20640"/>
            <a:ext cx="10728655" cy="9144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D90FE"/>
                </a:solidFill>
                <a:latin typeface="Calibri"/>
              </a:rPr>
              <a:t>핵심 메시지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Smoke 완주로 인프라 검증 완료. 본 학습 진입 전 reward scale / drop action / gamma 세 개를 회의에서 결정.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D90FE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내가 한 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BDCBE8"/>
                </a:solidFill>
                <a:latin typeface="Calibri"/>
              </a:rPr>
              <a:t>카메라 복구 → PX4 디버그 → SAC 5k smoke 완주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 카메라 파이프라인 복구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Gazebo 토픽은 떴는데 데이터가 흐르지 않음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23774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03D3D"/>
                </a:solidFill>
                <a:latin typeface="Calibri"/>
              </a:rPr>
              <a:t>원인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World SDF 에 Sensors 플러그인 누락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    (gz::sim::systems::Sensors, ogre2)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RL 안정성/GPU 부담 회피 차원에서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    의도적으로 빠져 있었음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카메라 센서는 모델 SDF 에 있어 토픽은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    뜨지만 프레임이 생성되지 않음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00" cy="237744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  <a:latin typeface="Calibri"/>
              </a:rPr>
              <a:t>해결 — World 파일 분리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x_marker_world.sdf  →  RL 전용 (유지)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x_marker_world_vision.sdf  →  신규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    (Sensors + ogre2 추가)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&lt;world name=&gt; 는 동일하게 유지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    (PX4_GZ_WORLD / IMU bridge 호환)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launch 파일 3군데 (196, 204, 321) 수정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11277295" cy="777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5020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D90FE"/>
                </a:solidFill>
                <a:latin typeface="Calibri"/>
              </a:rPr>
              <a:t>[선택 기록]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24528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World 분리 vs in-place 토글  →  분리 선택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112772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✓ target found 동작 / payload 분리 성공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✓ vision 미션과 RL 학습이 같은 인프라에서 분기 가능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 ROS2 install 캐시 함정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디버그 한 사이클을 통째로 날린 후 발견한 함정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03D3D"/>
                </a:solidFill>
                <a:latin typeface="Calibri"/>
              </a:rPr>
              <a:t>발견 경위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src/ 편집 후 ros2 launch 했는데도 옛 동작 반복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원인: ros2 launch / ros2 run 은 install/ 의 카피본을 읽음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colcon build 가 --symlink-install 없이 돌아 있어서 install/ 가 실제 파일 복사본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  <a:latin typeface="Calibri"/>
              </a:rPr>
              <a:t>대응 (메모리에 영구 기록)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11277295" cy="2286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10911535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onsolas"/>
              </a:rPr>
              <a:t>(1) src 편집 후 install 쪽에 docker cp 로 동기화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onsolas"/>
              </a:rPr>
              <a:t/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onsolas"/>
              </a:rPr>
              <a:t>(2) 향후 빌드 시 --symlink-install 권장: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onsolas"/>
              </a:rPr>
              <a:t>        colcon build --symlink-install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onsolas"/>
              </a:rPr>
              <a:t/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onsolas"/>
              </a:rPr>
              <a:t>(3) 메모리 파일 작성  →  feedback_ros2_install_cache.md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onsolas"/>
              </a:rPr>
              <a:t>    (다음 세션에서 자동으로 이 함정 회피)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 PX4 SITL airframe 누락 — 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"Timed out waiting for PX4 readiness (90s)" 만 출력하던 silent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03D3D"/>
                </a:solidFill>
                <a:latin typeface="Calibri"/>
              </a:rPr>
              <a:t>증상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학습 켜면 90초 후 timeout 만 출력하고 죽음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PX4 stdout/stderr 가 /dev/null 로 흘러 진짜 원인 안 보임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D90FE"/>
                </a:solidFill>
                <a:latin typeface="Calibri"/>
              </a:rPr>
              <a:t>진단 — 임시 patch 로 stderr 캡처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71800"/>
            <a:ext cx="11277295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onsolas"/>
              </a:rPr>
              <a:t>drone_drop_env.py:1131   px4_log = open('/tmp/px4.log', 'w')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03D3D"/>
                </a:solidFill>
                <a:latin typeface="Calibri"/>
              </a:rPr>
              <a:t>발견된 에러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343400"/>
            <a:ext cx="11277295" cy="16459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ERROR [init] Unknown model gz_x500_bombard_r0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             (not found by name on /opt/PX4-Autopilot/build/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              px4_sitl_default/rootfs/etc/init.d-posix/airframes)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ERROR [px4]  Startup script returned with return value: 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 PX4 SITL airframe 누락 — 원인 &amp;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Source / Runtime 2단계 분리 구조의 함정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03D3D"/>
                </a:solidFill>
                <a:latin typeface="Calibri"/>
              </a:rPr>
              <a:t>원인 — airframe 등록 2단계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03520" cy="1371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alibri"/>
              </a:rPr>
              <a:t>소스 (ROMFS) — 모두 존재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4015_gz_x500_bombard       (base)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4016_gz_x500_bombard_r0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4017_gz_x500_bombard_r1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4018_gz_x500_bombard_r2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4019_gz_x500_bombard_r3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554480"/>
            <a:ext cx="5303520" cy="1371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03D3D"/>
                </a:solidFill>
                <a:latin typeface="Calibri"/>
              </a:rPr>
              <a:t>런타임 (build/.../rootfs) — base 만!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659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4015_gz_x500_bombard       (base)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                                                  ← r0~r3 누락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→ 학습 코드: PX4_SIM_MODEL=gz_x500_bombard_r0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→ rcS 가 못 찾음 → 죽음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D90FE"/>
                </a:solidFill>
                <a:latin typeface="Calibri"/>
              </a:rPr>
              <a:t>해결 옵션 비교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11277295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3075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PX4 풀 재빌드 (make px4_sitl_default)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73075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15~20분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307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영구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60520"/>
            <a:ext cx="11277295" cy="548640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251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ROMFS → rootfs 로 4016~4019 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432511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즉시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3251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컨테이너 라이프타임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1947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drone_drop_env.py 를 base 모델만 쓰도록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91947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즉시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919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멀티 인스턴스 불가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Calibri"/>
              </a:rPr>
              <a:t>[선택 기록]  B 선택 (즉시 진행, 빠른 검증 우선)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[후속]  컨테이너 재생성 시 B 다시 적용 또는 A 로 영구화 — 메모리에 기록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 SAC 5,000-step Smoke 학습 완주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인프라 검증 완료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total_timesteps : 5,000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use_vision      : false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device          : cuda (L4)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num_envs        :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005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학습 측 지표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371600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episodes      : 12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fps           : 22 → 37   (warmup 후 가속)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duration      : ~135 초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n_updates     : 4499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ent_coef      : 1.0 → 0.376   (자동 감소 = 정상)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ep_rew_mean   : -874 → -936 → -860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환경 측 지표 (WandB)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20440"/>
            <a:ext cx="11277295" cy="18288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onsolas"/>
              </a:rPr>
              <a:t>drop_count             : 1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onsolas"/>
              </a:rPr>
              <a:t>drop_error_actual_m    : 23.95 m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onsolas"/>
              </a:rPr>
              <a:t>mean_d_impact          : 29.02 m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onsolas"/>
              </a:rPr>
              <a:t>mean_d_xy              : 28.59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1188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onsolas"/>
              </a:rPr>
              <a:t>mean_rew_drop          : 0       ← drop 시 보상 0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onsolas"/>
              </a:rPr>
              <a:t>safety_violation_rate  : 1.0     ← 초기 탐색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onsolas"/>
              </a:rPr>
              <a:t>physics_glitch_count   :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D90FE"/>
                </a:solidFill>
                <a:latin typeface="Calibri"/>
              </a:rPr>
              <a:t>WandB Run :  https://wandb.ai/junsanglee64/drone-bombard-sac/runs/0rho5l9f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산출물 : sac_drop_final.zip / sac_drop_5000_steps.zip / model.zip (3개, 각 3.2 MB)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1 마무리  —  결정 기록 &amp;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선택했던 내용과 마무리 작업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D90FE"/>
                </a:solidFill>
                <a:latin typeface="Calibri"/>
              </a:rPr>
              <a:t>이번 세션에서 한 A/B/C 선택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184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World 분리 vs in-place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6184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E7D32"/>
                </a:solidFill>
                <a:latin typeface="Calibri"/>
              </a:rPr>
              <a:t>→  분리 선택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11277295" cy="3657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299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use_vision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02996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E7D32"/>
                </a:solidFill>
                <a:latin typeface="Calibri"/>
              </a:rPr>
              <a:t>→  A 선택 (false — RL 안정성 우선)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11277295" cy="3657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414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Training 방식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44144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E7D32"/>
                </a:solidFill>
                <a:latin typeface="Calibri"/>
              </a:rPr>
              <a:t>→  C 선택 (notes 없이 그대로 실행)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11277295" cy="3657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529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Git 인증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85292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E7D32"/>
                </a:solidFill>
                <a:latin typeface="Calibri"/>
              </a:rPr>
              <a:t>→  one-shot flag (글로벌 config 변경 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11277295" cy="3657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644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PX4 airframe rootfs 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26440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E7D32"/>
                </a:solidFill>
                <a:latin typeface="Calibri"/>
              </a:rPr>
              <a:t>→  B 선택 (ROMFS→rootfs cp, 즉시 처리)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11880"/>
            <a:ext cx="11277295" cy="3657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758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Smoke 중간 patch 원복 vs 끝까지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6758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E7D32"/>
                </a:solidFill>
                <a:latin typeface="Calibri"/>
              </a:rPr>
              <a:t>→  끝까지 두기 선택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062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정리 작업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112772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임시 patch (PX4 stderr) 원복 — src + install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/tmp/px4.log 삭제 (1.3 GB)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메모리 4개 + 가이드 txt + 본 회의자료 작성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D90FE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의사결정 필요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BDCBE8"/>
                </a:solidFill>
                <a:latin typeface="Calibri"/>
              </a:rPr>
              <a:t>본 학습 진입 전 — 12개 항목 (HIGH 3, MEDIUM 3, LOW 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2  —  의사결정 항목 한 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우선순위와 영향 범위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64592" cy="384048"/>
          </a:xfrm>
          <a:prstGeom prst="rect">
            <a:avLst/>
          </a:prstGeom>
          <a:solidFill>
            <a:srgbClr val="E0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612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03D3D"/>
                </a:solidFill>
                <a:latin typeface="Calibri"/>
              </a:rPr>
              <a:t>H1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16128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Reward Scale 평탄화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45336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45336"/>
            <a:ext cx="164592" cy="384048"/>
          </a:xfrm>
          <a:prstGeom prst="rect">
            <a:avLst/>
          </a:prstGeom>
          <a:solidFill>
            <a:srgbClr val="E0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93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03D3D"/>
                </a:solidFill>
                <a:latin typeface="Calibri"/>
              </a:rPr>
              <a:t>H2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60934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Drop Action 설계 충돌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93392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993392"/>
            <a:ext cx="164592" cy="384048"/>
          </a:xfrm>
          <a:prstGeom prst="rect">
            <a:avLst/>
          </a:prstGeom>
          <a:solidFill>
            <a:srgbClr val="E0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57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03D3D"/>
                </a:solidFill>
                <a:latin typeface="Calibri"/>
              </a:rPr>
              <a:t>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0574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Gamma vs Episode Length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41448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441448"/>
            <a:ext cx="164592" cy="384048"/>
          </a:xfrm>
          <a:prstGeom prst="rect">
            <a:avLst/>
          </a:prstGeom>
          <a:solidFill>
            <a:srgbClr val="E09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50545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09F3D"/>
                </a:solidFill>
                <a:latin typeface="Calibri"/>
              </a:rPr>
              <a:t>M1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50545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Replay Buffer Size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89504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889504"/>
            <a:ext cx="164592" cy="384048"/>
          </a:xfrm>
          <a:prstGeom prst="rect">
            <a:avLst/>
          </a:prstGeom>
          <a:solidFill>
            <a:srgbClr val="E09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953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09F3D"/>
                </a:solidFill>
                <a:latin typeface="Calibri"/>
              </a:rPr>
              <a:t>M2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295351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gradient_steps (sample reuse)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37560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337560"/>
            <a:ext cx="164592" cy="384048"/>
          </a:xfrm>
          <a:prstGeom prst="rect">
            <a:avLst/>
          </a:prstGeom>
          <a:solidFill>
            <a:srgbClr val="E09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4015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09F3D"/>
                </a:solidFill>
                <a:latin typeface="Calibri"/>
              </a:rPr>
              <a:t>M3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40156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total_timesteps (본 학습 길이)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1097280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1097280"/>
            <a:ext cx="164592" cy="38404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11612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  <a:latin typeface="Calibri"/>
              </a:rPr>
              <a:t>L1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116128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action_yaw_scale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1545336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55080" y="1545336"/>
            <a:ext cx="164592" cy="38404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16093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  <a:latin typeface="Calibri"/>
              </a:rPr>
              <a:t>L2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160934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num_envs (멀티 인스턴스)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1993392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80" y="1993392"/>
            <a:ext cx="164592" cy="38404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2057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  <a:latin typeface="Calibri"/>
              </a:rPr>
              <a:t>L3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20574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learning_starts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2441448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5080" y="2441448"/>
            <a:ext cx="164592" cy="38404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250545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  <a:latin typeface="Calibri"/>
              </a:rPr>
              <a:t>L4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250545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Observation 정규화 클립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2889504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5080" y="2889504"/>
            <a:ext cx="164592" cy="38404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2953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  <a:latin typeface="Calibri"/>
              </a:rPr>
              <a:t>L5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295351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Policy 아키텍처 (frame stack/LSTM)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3337560"/>
            <a:ext cx="5394960" cy="3840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55080" y="3337560"/>
            <a:ext cx="164592" cy="38404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29400" y="34015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  <a:latin typeface="Calibri"/>
              </a:rPr>
              <a:t>L6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340156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EvalCallback 추가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(HIGH 3개만 결정해도 본 학습 진입 가능. MEDIUM/LOW 는 시간 보고 선택)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H1.  Reward Scale 평탄화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의사결정 필요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228600"/>
            <a:ext cx="1280160" cy="365760"/>
          </a:xfrm>
          <a:prstGeom prst="rect">
            <a:avLst/>
          </a:prstGeom>
          <a:solidFill>
            <a:srgbClr val="E0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2651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🔴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03D3D"/>
                </a:solidFill>
                <a:latin typeface="Calibri"/>
              </a:rPr>
              <a:t>문제 / 현황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7295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step reward 는 ±0.5, terminal 은 +100/-50  →  Critic 신경망 하나가 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두 영역을 동시에 fit 해야 함.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drop jackpot  : +100   ·   instability : -50   ·   w_drop_base · exp(…) : 최대 +50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결과 :  Q variance 증가 → actor 가 noisy Q 에 끌려 unstable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이번 5k 학습에서 actor_loss 가 -3 → -21 로 급변한 것도 이 영향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옵션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11277295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37560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Terminal 만 축소  (w_drop_base 50→20, jackpot 100→30, instability 50→15)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3474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2E7D32"/>
                </a:solidFill>
                <a:latin typeface="Calibri"/>
              </a:rPr>
              <a:t>✓ 권장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05072"/>
            <a:ext cx="11277295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879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50792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전체 normalize — step reward 0.1~1 범위에 맞추고 terminal 도 동일 스케일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18304"/>
            <a:ext cx="11277295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0118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64024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VecNormalize(norm_reward=True) — SB3 표준 래퍼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77256"/>
            <a:ext cx="112772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568696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결정 :    ☐ A  ☐ B  ☐ C    ☐ 현재 유지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0176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참고  ·  A 적용 후 10k smoke 로 critic_loss 안정성 확인 → 안 잡히면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H2.  Drop Action 설계 충돌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의사결정 필요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228600"/>
            <a:ext cx="1280160" cy="365760"/>
          </a:xfrm>
          <a:prstGeom prst="rect">
            <a:avLst/>
          </a:prstGeom>
          <a:solidFill>
            <a:srgbClr val="E0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2651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🔴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03D3D"/>
                </a:solidFill>
                <a:latin typeface="Calibri"/>
              </a:rPr>
              <a:t>문제 / 현황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7295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action[4] (manual drop trigger) 과 auto_drop_threshold=2.0 (CCIP 자동 drop) 이 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동시에 활성.  두 시그널이 충돌해서 SAC 가 action[4] 의 gradient 를 거의 못 받음.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5k smoke 결과 :  drop_count = 1  /  mean_rew_drop = 0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action[4] 의 gradient sample 수 :  12개 에피소드 × 평균 1회 = ~12개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결과적으로 SAC 가 action[4] 를 무시 중 (worst case)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옵션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11277295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37560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action[4] 제거 — drop 은 auto-only.  action space 4-d 축소 (가장 깔끔)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3474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2E7D32"/>
                </a:solidFill>
                <a:latin typeface="Calibri"/>
              </a:rPr>
              <a:t>✓ 권장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05072"/>
            <a:ext cx="11277295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879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50792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auto_drop 비활성화 — manual 만.  진짜 drop policy 학습 (어렵지만 정통)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18304"/>
            <a:ext cx="11277295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0118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64024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Mixed action space — SAC native 미지원, SAC-Discrete 또는 PPO 로 변경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77256"/>
            <a:ext cx="112772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568696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결정 :    ☐ A  ☐ B  ☐ C    ☐ 현재 유지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0176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참고  ·  CCIP 정확도가 충분하다는 전제하에 A 가 가장 안전. 빠른 검증 가능.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H3.  Gamma vs Episode Length 미스매치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의사결정 필요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228600"/>
            <a:ext cx="1280160" cy="365760"/>
          </a:xfrm>
          <a:prstGeom prst="rect">
            <a:avLst/>
          </a:prstGeom>
          <a:solidFill>
            <a:srgbClr val="E0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2651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🔴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03D3D"/>
                </a:solidFill>
                <a:latin typeface="Calibri"/>
              </a:rPr>
              <a:t>문제 / 현황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7295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gamma = 0.99,  max_steps = 500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  0.99^500 ≈ 0.0066  (사실상 0)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  0.99^100 ≈ 0.366   →  effective horizon ≈ 100 step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드론이 timestep 300 에서 drop 한다면 timestep 0~50 행동의 영향은 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0.99^250 ≈ 0.08  →  거의 0.  장기 maneuvering credit assignment 끊김.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옵션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11277295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37560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gamma 0.99 → 0.995  (effective horizon ≈ 200)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3474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2E7D32"/>
                </a:solidFill>
                <a:latin typeface="Calibri"/>
              </a:rPr>
              <a:t>✓ 권장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05072"/>
            <a:ext cx="11277295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879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50792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gamma 0.99 → 0.999  (effective horizon ≈ 1000, 더 공격적)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18304"/>
            <a:ext cx="11277295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0118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64024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max_steps 500 → 200  (환경 측에서 horizon 단축)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77256"/>
            <a:ext cx="112772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568696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결정 :    ☐ A  ☐ B  ☐ C    ☐ 현재 유지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0176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참고  ·  gamma 올리면 Q variance 증가 → H1 (reward scale) 같이 적용해야 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M1.  Replay Buffer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의사결정 필요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228600"/>
            <a:ext cx="1280160" cy="365760"/>
          </a:xfrm>
          <a:prstGeom prst="rect">
            <a:avLst/>
          </a:prstGeom>
          <a:solidFill>
            <a:srgbClr val="E09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2651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🟡 MEDIUM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03D3D"/>
                </a:solidFill>
                <a:latin typeface="Calibri"/>
              </a:rPr>
              <a:t>문제 / 현황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7295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현재 buffer_size = 100,000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5k smoke 에는 충분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본 학습 1M step → 마지막 100k 만 남음  →  초기 다양성 데이터 잊혀짐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catastrophic forgetting 위험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옵션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11277295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37560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500,000   (50% 보존)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3474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2E7D32"/>
                </a:solidFill>
                <a:latin typeface="Calibri"/>
              </a:rPr>
              <a:t>✓ 권장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05072"/>
            <a:ext cx="11277295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879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50792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1,000,000  (전체 보존, RAM 확인 필요)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64024"/>
            <a:ext cx="112772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55464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결정 :    ☐ A  ☐ B    ☐ 현재 유지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266944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참고  ·  A 부터 시작 → RAM 여유 있고 학습 안정적이면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M2.  gradient_steps  —  데이터 재사용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의사결정 필요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228600"/>
            <a:ext cx="1280160" cy="365760"/>
          </a:xfrm>
          <a:prstGeom prst="rect">
            <a:avLst/>
          </a:prstGeom>
          <a:solidFill>
            <a:srgbClr val="E09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2651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🟡 MEDIUM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03D3D"/>
                </a:solidFill>
                <a:latin typeface="Calibri"/>
              </a:rPr>
              <a:t>문제 / 현황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7295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현재 gradient_steps = 1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yaml 주석에 이미 "Week 3 HP tuning: try 2" 적혀 있음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off-policy 의 장점인 sample reuse 를 못 살리는 중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환경 step 이 비싼 우리 환경 (fps 22~37) 에서 특히 손해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옵션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11277295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37560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2  (yaml 주석의 시도값)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05072"/>
            <a:ext cx="11277295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879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50792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4  (일반적인 UTD ratio)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418795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2E7D32"/>
                </a:solidFill>
                <a:latin typeface="Calibri"/>
              </a:rPr>
              <a:t>✓ 권장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18304"/>
            <a:ext cx="11277295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0118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64024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8  (공격적; critic stability 모니터링 필요)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77256"/>
            <a:ext cx="112772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568696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결정 :    ☐ A  ☐ B  ☐ C    ☐ 현재 유지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0176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참고  ·  critic_loss 폭주 안 하면 유지, 폭주하면 A 로 후퇴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M3.  total_timesteps  —  본 학습 길이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의사결정 필요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228600"/>
            <a:ext cx="1280160" cy="365760"/>
          </a:xfrm>
          <a:prstGeom prst="rect">
            <a:avLst/>
          </a:prstGeom>
          <a:solidFill>
            <a:srgbClr val="E09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2651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🟡 MEDIUM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03D3D"/>
                </a:solidFill>
                <a:latin typeface="Calibri"/>
              </a:rPr>
              <a:t>현황 &amp; 시간 추정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7295" cy="10972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현재 5000 (smoke 용),  이전 1,000,000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fps 22~37 기준 1M step ≈ 7~12시간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gradient_steps=4 적용 시 더 길어짐 (학습 시간 ≈ 1.3~1.5배)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옵션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11277295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D90FE"/>
                </a:solidFill>
                <a:latin typeface="Calibri"/>
              </a:rPr>
              <a:t>200k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3192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약 1.5~2.5h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319272"/>
            <a:ext cx="71624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초기 정책 형태 확인 정도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49040"/>
            <a:ext cx="11277295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D90FE"/>
                </a:solidFill>
                <a:latin typeface="Calibri"/>
              </a:rPr>
              <a:t>500k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136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약 4~6h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913632"/>
            <a:ext cx="71624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수렴 추세 보기엔 충분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43400"/>
            <a:ext cx="11277295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8056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D90FE"/>
                </a:solidFill>
                <a:latin typeface="Calibri"/>
              </a:rPr>
              <a:t>1M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50799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약 7~12h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507992"/>
            <a:ext cx="71624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표준적인 본 학습 길이 (이전 기본값)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37760"/>
            <a:ext cx="11277295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749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D90FE"/>
                </a:solidFill>
                <a:latin typeface="Calibri"/>
              </a:rPr>
              <a:t>2M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10235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약 14~24h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102352"/>
            <a:ext cx="71624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충분히 수렴, 야간 / 주말 돌리기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577840"/>
            <a:ext cx="112772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6692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결정 :    ☐ 200k     ☐ 500k     ☐ 1M     ☐ 2M     ☐ 그 외 (_______)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L1.  action_yaw_scale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의사결정 필요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228600"/>
            <a:ext cx="1280160" cy="36576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2651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🟢 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03D3D"/>
                </a:solidFill>
                <a:latin typeface="Calibri"/>
              </a:rPr>
              <a:t>문제 / 현황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7295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현재 :  vx 15.0  /  vy 5.0  /  vz 3.0  /  yaw 1.0 rad/s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yaw 1.0 rad/s 는 매우 느린 회전 (한 바퀴 ≈ 6.3초)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빠른 maneuver 학습이 어려움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의도적 제약인지 미튜닝인지 확인 필요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옵션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11277295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37560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그대로 1.0 — 의도적이라면 유지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3474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2E7D32"/>
                </a:solidFill>
                <a:latin typeface="Calibri"/>
              </a:rPr>
              <a:t>✓ 권장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05072"/>
            <a:ext cx="11277295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879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50792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2.0  (한 바퀴 ≈ 3초)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18304"/>
            <a:ext cx="11277295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0118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64024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3.0  (한 바퀴 ≈ 2초, 공격적 maneuver 가능)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77256"/>
            <a:ext cx="112772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568696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결정 :    ☐ A  ☐ B  ☐ C    ☐ 현재 유지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0176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참고  ·  우선 본 학습 결과 보고 정책의 yaw 명령이 포화되는지 관찰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L2.  num_envs  —  멀티 인스턴스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의사결정 필요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228600"/>
            <a:ext cx="1280160" cy="36576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2651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🟢 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03D3D"/>
                </a:solidFill>
                <a:latin typeface="Calibri"/>
              </a:rPr>
              <a:t>문제 / 현황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7295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현재 num_envs = 1.  yaml 주석은  "multi-env Gazebo lockstep overhead &gt; benefit"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인프라 코드는 r0~r3 4개 지원 (이번 세션의 airframe rootfs 동기화도 이 때문)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실제 SubprocVecEnv 로 wall-clock 측정한 적 있는지 불분명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multi 가 정말 손해라면 r1~r3 자체를 제거하는 것도 선택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옵션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11277295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37560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num_envs=1 유지 — 이미 검증된 결론 (단순)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3474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2E7D32"/>
                </a:solidFill>
                <a:latin typeface="Calibri"/>
              </a:rPr>
              <a:t>✓ 권장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05072"/>
            <a:ext cx="11277295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879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50792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num_envs=2 또는 4 로 wall-clock 재측정 — 인프라 활용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18304"/>
            <a:ext cx="11277295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0118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64024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r1~r3 airframe 제거 — 멀티 안 쓰면 불필요한 부담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77256"/>
            <a:ext cx="112772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568696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결정 :    ☐ A  ☐ B  ☐ C    ☐ 현재 유지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0176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참고  ·  본 학습 후 재검토. 지금은 변수 늘리지 않음.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L3.  learning_starts  —  무작위 탐색 길이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의사결정 필요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228600"/>
            <a:ext cx="1280160" cy="36576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2651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🟢 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03D3D"/>
                </a:solidFill>
                <a:latin typeface="Calibri"/>
              </a:rPr>
              <a:t>문제 / 현황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7295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현재 learning_starts = 1000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smoke 학습에서 safety_violation_rate = 1.0 이 5k 내내 유지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초반 무작위 행동이 너무 자주 crash / overspeed 일으킴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critic 이 "이 상태는 무조건 나쁘다" 로 학습할 위험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옵션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11277295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37560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1k 유지 — H1 reward scale 평탄화하면 자동 완화될 가능성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3474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2E7D32"/>
                </a:solidFill>
                <a:latin typeface="Calibri"/>
              </a:rPr>
              <a:t>✓ 권장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05072"/>
            <a:ext cx="11277295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879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50792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5k  (현재의 5배)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18304"/>
            <a:ext cx="11277295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0118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64024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10k  (충분한 초기 탐색)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77256"/>
            <a:ext cx="112772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568696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결정 :    ☐ A  ☐ B  ☐ C    ☐ 현재 유지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0176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참고  ·  H1 적용 후 재관찰. violation rate 안 떨어지면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L4.  Observation 정규화 클립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의사결정 필요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228600"/>
            <a:ext cx="1280160" cy="36576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2651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🟢 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03D3D"/>
                </a:solidFill>
                <a:latin typeface="Calibri"/>
              </a:rPr>
              <a:t>문제 / 현황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7295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현재 :  obs[15] = d_impact / 50m,   obs[16] = t_f / 10s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50m 또는 10s 초과 시 1.0 이상 값이 들어감 (clip 없음)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실제 학습 초반 (드론이 멀리 있을 때) 자주 발생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policy 입력 분포가 학습 후반과 달라져 generalization 약화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옵션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11277295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37560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np.clip(obs, -1, 1)  추가 — 가장 안전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3474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2E7D32"/>
                </a:solidFill>
                <a:latin typeface="Calibri"/>
              </a:rPr>
              <a:t>✓ 권장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05072"/>
            <a:ext cx="11277295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879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50792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스케일 키워서 saturation 더 멀게 (예: /100m, /20s)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64024"/>
            <a:ext cx="112772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55464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결정 :    ☐ A  ☐ B    ☐ 현재 유지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266944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참고  ·  MLP policy 의 입력 안정성 확보 차원에서 안전 처리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L5.  Policy 아키텍처  —  시계열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의사결정 필요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228600"/>
            <a:ext cx="1280160" cy="36576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2651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🟢 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03D3D"/>
                </a:solidFill>
                <a:latin typeface="Calibri"/>
              </a:rPr>
              <a:t>문제 / 현황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7295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현재 :  MlpPolicy [256, 256]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observation 에 velocity 가 있어 1차 미분 정보는 있음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하지만 윈도우 정보 (가속도 추세, 진동 패턴 등) 없음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비행체 dynamics 학습엔 한계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옵션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11277295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37560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현재 유지 — 본 학습 결과 보고 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3474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2E7D32"/>
                </a:solidFill>
                <a:latin typeface="Calibri"/>
              </a:rPr>
              <a:t>✓ 권장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05072"/>
            <a:ext cx="11277295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879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50792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Frame Stacking (n_stack=4) — 단순한 시계열 정보 추가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18304"/>
            <a:ext cx="11277295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0118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64024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sb3-contrib RecurrentSAC (LSTM) — 정통 시계열 정책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77256"/>
            <a:ext cx="112772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568696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결정 :    ☐ A  ☐ B  ☐ C    ☐ 현재 유지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0176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참고  ·  MLP 기준 baseline 본 학습 결과 확정 후 검토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L6.  EvalCallback 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의사결정 필요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228600"/>
            <a:ext cx="1280160" cy="36576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2651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🟢 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03D3D"/>
                </a:solidFill>
                <a:latin typeface="Calibri"/>
              </a:rPr>
              <a:t>문제 / 현황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7295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현재 :  evaluate.py 가 별도 스크립트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학습 도중 deterministic eval 주기적 측정이 없음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best_model 폴더에 들어가는 게 진짜 best 인지 확인 어려움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학습 끝나고 별도 evaluate.py 돌려야 검증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옵션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11277295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37560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EvalCallback 추가 — 학습 중 주기적 deterministic 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3474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2E7D32"/>
                </a:solidFill>
                <a:latin typeface="Calibri"/>
              </a:rPr>
              <a:t>✓ 권장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05072"/>
            <a:ext cx="11277295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879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50792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별도 스크립트 유지 — 현재 워크플로 변경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64024"/>
            <a:ext cx="112772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55464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결정 :    ☐ A  ☐ B    ☐ 현재 유지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266944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참고  ·  본 학습이 길수록 (1M+) 가치가 큼. 5k smoke 결과로는 판단 어려움.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L7.  PX4 airframe rootfs 영구 처리  (인프라)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의사결정 필요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228600"/>
            <a:ext cx="1280160" cy="36576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2651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🟢 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03D3D"/>
                </a:solidFill>
                <a:latin typeface="Calibri"/>
              </a:rPr>
              <a:t>문제 / 현황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7295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현재 :  ROMFS → rootfs 로 cp 적용 (B 옵션 — 컨테이너 라이프타임만 유효)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docker rm  또는 PX4 폴더 make clean 시  r0~r3 다시 사라짐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컨테이너 재생성 시마다 수동 cp 필요 (가이드 txt 에는 적혀 있음)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옵션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11277295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37560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make px4_sitl_default 한 번 돌려 영구화 (15~20분)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3474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2E7D32"/>
                </a:solidFill>
                <a:latin typeface="Calibri"/>
              </a:rPr>
              <a:t>✓ 권장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05072"/>
            <a:ext cx="11277295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879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50792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Dockerfile 또는 entrypoint 에 cp 단계 추가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18304"/>
            <a:ext cx="11277295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0118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64024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현재대로 매번 수동 cp — 가이드 문서 의존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77256"/>
            <a:ext cx="112772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568696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결정 :    ☐ A  ☐ B  ☐ C    ☐ 현재 유지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0176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참고  ·  다음 컨테이너 재생성 시점에 같이 처리하는 게 자연스러움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회의 흐름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발표 5분 + 의사결정 10분 가정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097280" cy="45720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207008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Part 1  —  카메라 복구 / PX4 디버그 / SAC smoke (3분)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1097280" cy="45720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755648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Part 2 인트로  —  의사결정 12개 한 눈에 (1분)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1097280" cy="45720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304288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🔴 H1 Reward Scale 평탄화 → 결정 (2분)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1097280" cy="45720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346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852928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🔴 H2 Drop Action 설계 → 결정 (2분)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1097280" cy="45720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832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401568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🔴 H3 Gamma → 결정 (1분)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1097280" cy="45720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950208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🟡 M3 total_timesteps → 결정 (1분)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1097280" cy="45720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805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10:00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498848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🟡 M1/M2 + 🟢 L 시리즈 → 시간 남는 만큼 (3~4분)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37760"/>
            <a:ext cx="1097280" cy="45720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0292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14:00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047488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마무리 — 결정 사항 요약 (1분)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D90FE"/>
                </a:solidFill>
                <a:latin typeface="Calibri"/>
              </a:rPr>
              <a:t>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핵심 메시지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10728655" cy="182880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9713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Smoke 완주로 인프라는 검증 완료.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본 학습 진입 전 reward scale / drop action / gamma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세 개를 결정하면 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D90FE"/>
                </a:solidFill>
                <a:latin typeface="Calibri"/>
              </a:rPr>
              <a:t>결정 후 즉시 진행할 작업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72865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DCBE8"/>
                </a:solidFill>
                <a:latin typeface="Calibri"/>
              </a:rPr>
              <a:t>1.  hyperparams.yaml 갱신 (src + install 양쪽)</a:t>
            </a:r>
          </a:p>
          <a:p>
            <a:pPr algn="l"/>
            <a:r>
              <a:rPr sz="1500" b="0">
                <a:solidFill>
                  <a:srgbClr val="BDCBE8"/>
                </a:solidFill>
                <a:latin typeface="Calibri"/>
              </a:rPr>
              <a:t>2.  10~20k smoke 두 번 (현재 / 적용)  →  critic_loss · actor_loss 기울기 비교</a:t>
            </a:r>
          </a:p>
          <a:p>
            <a:pPr algn="l"/>
            <a:r>
              <a:rPr sz="1500" b="0">
                <a:solidFill>
                  <a:srgbClr val="BDCBE8"/>
                </a:solidFill>
                <a:latin typeface="Calibri"/>
              </a:rPr>
              <a:t>3.  안정성 확인 후 본 학습 진입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감사합니다.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